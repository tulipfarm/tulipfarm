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6C2F"/>
                </a:solidFill>
              </a:rPr>
              <a:t>Customer follow-ups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2124"/>
                </a:solidFill>
              </a:rPr>
              <a:t>Local files. Full-page viewing.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6C2F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2124"/>
                </a:solidFill>
              </a:rPr>
              <a:t>Review the proposal with Northstar.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TulipFarm</dc:creator>
  <cp:lastModifiedBy>TulipFarm</cp:lastModifiedBy>
  <cp:revision>1</cp:revision>
  <dcterms:created xsi:type="dcterms:W3CDTF">2026-09-27T17:45:58Z</dcterms:created>
  <dcterms:modified xsi:type="dcterms:W3CDTF">2026-09-27T17:45:58Z</dcterms:modified>
</cp:coreProperties>
</file>